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DataNexus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1F5F9"/>
                </a:solidFill>
              </a:defRPr>
            </a:pPr>
            <a:r>
              <a:t>영상과 텍스트의 경계를 허무는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지능형 검색 &amp; Q&amp;A 솔루션</a:t>
            </a:r>
          </a:p>
          <a:p>
            <a:pPr>
              <a:defRPr sz="2400">
                <a:solidFill>
                  <a:srgbClr val="F1F5F9"/>
                </a:solidFill>
              </a:defRPr>
            </a:pP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발표자: 권태은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1F5F9"/>
                </a:solidFill>
              </a:defRPr>
            </a:pPr>
            <a:r>
              <a:t>• 영상 자료: 특정 구간을 찾기 위한 반복적인 탐색 비용 발생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문서/로그: 키워드 검색은 되지만 맥락 이해 및 요약이 어려움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해결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1F5F9"/>
                </a:solidFill>
              </a:defRPr>
            </a:pPr>
            <a:r>
              <a:t>• 검색 + 자연어 질문(Q&amp;A) 결합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원하는 정보로 즉시 타임스탬프 이동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보지 않고도 보고, 읽지 않고도 이해하는 시스템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핵심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1F5F9"/>
                </a:solidFill>
              </a:defRPr>
            </a:pPr>
            <a:r>
              <a:t>• 유튜브 STT: Whisper AI 기반 자동 스크립트 생성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멀티 소스: PDF/TXT 업로드 및 통합 분석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인터랙티브 채팅: AI 질문 답변 및 구간 바로가기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시스템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1F5F9"/>
                </a:solidFill>
              </a:defRPr>
            </a:pPr>
            <a:r>
              <a:t>• UI: Streamlit 기반 다크 모드 인터페이스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Backend: FastAPI 고성능 처리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AI: Whisper, Vector DB, RAG 엔진 (Gemini)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개발 로드맵 (~05/21)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1F5F9"/>
                </a:solidFill>
              </a:defRPr>
            </a:pPr>
            <a:r>
              <a:t>• 1주차: 자연어 질문 답변(v4) 고도화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2주차: 파일 업로드 통합 관리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3주차: RAG 엔진 최적화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4주차: 최종 통합 및 발표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현재 진행 상황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1F5F9"/>
                </a:solidFill>
              </a:defRPr>
            </a:pPr>
            <a:r>
              <a:t>• ✅ STT 및 데이터 캐싱 완료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✅ 키워드 검색 및 동기화 UI 완료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🏃 RAG 기반 AI 질문 답변 엔진 연동 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